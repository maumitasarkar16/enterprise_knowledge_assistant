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</a:defRPr>
            </a:pPr>
            <a:r>
              <a:t>Enterprise Knowledge Assistant</a:t>
            </a:r>
          </a:p>
          <a:p>
            <a:pPr>
              <a:defRPr sz="2500">
                <a:solidFill>
                  <a:srgbClr val="38BDF8"/>
                </a:solidFill>
              </a:defRPr>
            </a:pPr>
            <a:r>
              <a:t>Dual-Mode Assistant + Advanced RAG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Developer: Maumita Sarkar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GENERAL knowledge when appropriate • ENTERPRISE facts grounded in local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Problem &amp;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Create a useful assistant—not one that says “not found” to normal greetings or public knowledge.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Protect enterprise correctness: company-specific facts must come from the supplied knowledge base.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Support advanced retrieval, memory, citations and explicit not-found handling.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Remain locally runnable and easy to explain during assessment.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Why Dual Mode?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GENERAL: greetings, casual conversation and public/general knowledge use the LLM normally.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ENTERPRISE: company policies, employees, travel, security, support and internal facts use RAG only.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Enterprise questions never fall back to general model knowledge when evidence is missing.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This preserves both user experience and document grounding.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GENERAL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Examples: “Hello, I am Maumita”, “What is the capital of India?”, “Explain Python decorators”.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Router classifies the request as GENERAL.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RAG retrieval is skipped.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Recent GENERAL conversation can still be supplied to the model for natural follow-ups.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UI diagnostics explicitly show Mode: GENERAL and RAG: SKIPPED.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ENTERPRISE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Examples: “What is our hotel cap?”, “How many leave days do employees receive?”, “Who approves production access?”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Router classifies the request as ENTERPRISE.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Conversation-aware query rewrite resolves pronouns and follow-ups.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Dense + BM25 retrieval → RRF → Cross-Encoder reranking → relevance guard.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Only retrieved local evidence is sent to grounded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Enterprise RAG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Local TXT/MD/PDF/DOCX → overlapping chunks → local SentenceTransformer embeddings → ChromaDB.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Dense semantic retrieval handles paraphrases; BM25 handles exact terms/numbers.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RRF fuses both rankings; Cross-Encoder performs accurate second-stage reranking.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Relevance threshold blocks weak evidence before generation.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Answers show [S#] citations and source previews.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Conversation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Turn 1: “What is the hotel reimbursement cap?” → SGD 280/night.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Turn 2: “When can it be exceeded?” → router keeps ENTERPRISE context.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Standalone query becomes: “When can the hotel reimbursement cap be exceeded?”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Turn 3: “Does my manager need to approve that?” → retains the same policy context.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Automated tests compare WITH-history and WITHOUT-history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Hallucination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GENERAL: “What is the capital of India?” → New Delhi.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ENTERPRISE: “What is our maternity leave policy?” → search local enterprise corpus.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If absent: “I couldn't find this information in the provided enterprise documents.”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ENTERPRISE never falls back to public/general knowledge after RAG failure.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This is the central grounding guarantee of the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Streamlit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Chat interface displays the selected mode for every assistant answer.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GENERAL answers show no enterprise sources.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ENTERPRISE answers expose source filename, chunk, reranker score and preview.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Diagnostics show route, rewritten retrieval query and grounding decision.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Clear Conversation resets session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Unit: loader, chunking, validation, tokenization and obvious greeting routing.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Integration: GENERAL bypass, ENTERPRISE grounding, RRF hybrid retrieval and reranking.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Memory: pronoun resolution and WITH-history vs WITHOUT-history query rewriting.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Evaluation datasets: router, RAG, retrieval and hallucination/not-found cases.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Live runner validates the real router + general answer + RAG + memory end-to-end.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Representative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ROUTE-001: Hello, I am Maumita → GENERAL.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GEN-001: What is the capital of India? → GENERAL → New Delhi.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RAG-002: What is our hotel cap? → ENTERPRISE → SGD 280 + travel_policy.md.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HAL-002: What is our maternity leave policy? → ENTERPRISE → not-found.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MEM-LIVE-1: “When can it be exceeded?” after hotel question → enterprise query rewrite.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How to Run &amp;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pip install -r requirements.txt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Copy .env.example to .env and set OPENAI_API_KEY.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Run UI: streamlit run app.py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Automated tests: pytest -v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Coverage: pytest --cov=src --cov-report=term-missing -v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Live dual-mode evaluation: python tests/evaluation/run_evaluation.py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Assessment Requirement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Local sample documents, chunking, embeddings and local ChromaDB ✔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Retrieval + hybrid search + reranking ✔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Conversation context and follow-up understanding ✔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Grounded enterprise answers + source citations ✔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Explicit not-found handling for unsupported enterprise facts ✔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Streamlit interaction, modular code, logging, tests and documentation 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Engineering Decisions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Dual-mode routing improves usability without weakening enterprise grounding.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LLM routing handles semantic intent better than brittle keyword-only routing.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Obvious greetings use a deterministic shortcut to reduce unnecessary routing calls.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Relevance threshold should be tuned on a labelled domain set for production.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Production extensions: ACL-aware retrieval, SSO, incremental indexing, tracing and evaluation dashboards.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Dual-Mode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A single assistant with a strict enterprise knowledge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417320"/>
            <a:ext cx="2743200" cy="731520"/>
          </a:xfrm>
          <a:prstGeom prst="roundRect">
            <a:avLst/>
          </a:prstGeom>
          <a:solidFill>
            <a:srgbClr val="8250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Context-Aware Router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2926080" cy="914400"/>
          </a:xfrm>
          <a:prstGeom prst="roundRect">
            <a:avLst/>
          </a:prstGeom>
          <a:solidFill>
            <a:srgbClr val="2A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GENERAL</a:t>
            </a:r>
            <a:br/>
            <a:r>
              <a:t>Normal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2743200"/>
            <a:ext cx="2926080" cy="914400"/>
          </a:xfrm>
          <a:prstGeom prst="roundRect">
            <a:avLst/>
          </a:prstGeom>
          <a:solidFill>
            <a:srgbClr val="10A0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ENTERPRISE</a:t>
            </a:r>
            <a:br/>
            <a:r>
              <a:t>Advanced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297680"/>
            <a:ext cx="4480560" cy="1097280"/>
          </a:xfrm>
          <a:prstGeom prst="roundRect">
            <a:avLst/>
          </a:prstGeom>
          <a:solidFill>
            <a:srgbClr val="1E64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Rewrite → Dense + BM25 → RRF → Rerank</a:t>
            </a:r>
            <a:br/>
            <a:r>
              <a:t>→ Relevance Gate → Grounded Answer +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General knowledge can answer normally.</a:t>
            </a:r>
            <a:br/>
            <a:r>
              <a:t>Enterprise facts cannot escape the RAG boundary.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300">
                <a:solidFill>
                  <a:srgbClr val="38BDF8"/>
                </a:solidFill>
              </a:defRPr>
            </a:pPr>
            <a:r>
              <a:t>Enterprise Knowledge Assistant with Advanced RAG</a:t>
            </a:r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t>Developer: Maumita Sarkar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8BDF8"/>
                </a:solidFill>
              </a:defRPr>
            </a:pPr>
            <a:r>
              <a:t>Maumita Sarkar |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